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7B2F7-26E7-549C-842A-806BB68E1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65517A-C29A-BC4F-3EAB-144D1EFF8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5D9304-CD29-7BDC-D9D5-3A51F11A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3130A-EB3B-23E3-DCF2-BB26C94C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BA62B4-0AB9-6E39-95F9-A8318A8D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9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F0B56-4255-07C8-AC1A-61E24898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146386-EEC5-6019-8367-60AD5B427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CC7278-1897-B39D-9893-07C8B398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03B47F-7B65-89EB-F9EB-AF81BBD3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A7623-81C8-4340-EC6D-AD598657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29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684D2-9104-1C0D-4E0A-911CBB03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73C0F0-9137-9732-45AA-085FE45D9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53CDA6-3108-CEFF-0846-4A5281D8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1DDE19-9937-96BF-7739-41610CC5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7BFB24-6E87-3C45-DFEA-88818D12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81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0938C-23AB-0876-05EE-94596B8F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4B2E3-CE1F-6748-B253-4DBA80E84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F18005-B4A6-0A9D-FD66-1CE9B9D32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0295E6-6191-2672-3503-F3D97E97B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BA315F-27E3-E5D3-AAC8-847FDFEB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DC627F-725E-A1B6-2B70-F6F3D4A8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15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9B19C-2219-504A-7083-E5CE1CFB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B2A19E-D164-8FCD-C625-93F4949E9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942BB3-46D7-D637-55D0-044A50593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E89FB0-8BC3-0FB6-6409-B07400963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2D5F41C-54F7-6634-FC28-C5E4AAADF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CCE0C6-23E8-9C8D-EAD7-1A426C4E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DABE17-DB77-178C-8252-BE1A14CC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97EC3F-D09B-B548-8101-B66EBA2C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83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6FFDD5-5A07-63C9-43BE-59A69367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01BC29-BDC2-B0B7-6C9F-2D17DB6B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D86633-4B6F-A53A-FADE-83A91DB2C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4417A9-739B-6062-7F58-89232C00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3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AF3AA82-C38D-F71B-5A80-F36989A3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B4EEAE-A800-E150-3C2F-3740537C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5E55D8-F453-E385-895A-5BC17DB8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87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CBBC2-4B93-3EDB-6FC8-3D1230D7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69474F-741E-08E2-8FDF-097C3AC09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BC3A00-881E-C5DA-933D-68AC3B349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4CE923-B1B7-3995-8562-08BC42EB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AD0FB2-C623-95F9-CFDF-A7CFE1CA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48E715-27BB-AFFB-46FB-CA26CF25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57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50A4C-B4CD-29AF-15A7-B3AA32C4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68750E-3403-4603-F7E8-5770BCE67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26DF60-E1B9-F71A-85E7-E301FE1AA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C35700-DC16-5B82-4725-E41F9196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C82680-5D5C-782A-27A2-34E0EE0F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F220D0-9CA8-397B-2ED6-60A0157B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80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0AD7C-3EBE-9BFD-5768-91DA843B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94D5C0-20C5-B900-F95B-39FD85A05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C129A-04CC-4171-2EC4-370762C2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FE2B3-D2F0-970B-FFEA-3EA0A4BE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A43F65-064A-4F32-4DFC-472B7AB8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8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498ABE-7B8D-3F64-9517-D68B55C74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534DAF-023C-E4FC-394C-93E649CFC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E67B65-3DFA-BB0A-7EBC-51B0A88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809E37-0B24-EEF4-78EE-23C59C6A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27CAB-7F09-359E-1A10-60864F27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65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37F6-A996-41BC-7885-861D57F2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E0AADA-37D3-F5D6-EF5F-1E374175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7D047-5293-A789-648F-FDAA8B54F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DCCB8-E007-46DF-8425-3B800B6B1446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CCAF4-38AF-236E-8EBD-0099D47AF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66C148-4BA3-990E-8DF5-2A48619C4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E55C1-1517-4A36-BB82-37297D841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53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Обои логотип python, питон, икона, Язык программирования, лого - картинка  на рабочий стол и фото бесплатно">
            <a:extLst>
              <a:ext uri="{FF2B5EF4-FFF2-40B4-BE49-F238E27FC236}">
                <a16:creationId xmlns:a16="http://schemas.microsoft.com/office/drawing/2014/main" id="{5E7AC4D7-52D2-F263-E4B8-5B33197AB0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47" t="10434" r="27120" b="10000"/>
          <a:stretch>
            <a:fillRect/>
          </a:stretch>
        </p:blipFill>
        <p:spPr>
          <a:xfrm>
            <a:off x="11460064" y="38100"/>
            <a:ext cx="731936" cy="71628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2B79E3C-6B06-0445-E0AE-76C83D627A87}"/>
              </a:ext>
            </a:extLst>
          </p:cNvPr>
          <p:cNvSpPr/>
          <p:nvPr/>
        </p:nvSpPr>
        <p:spPr>
          <a:xfrm>
            <a:off x="6241915" y="754380"/>
            <a:ext cx="4773919" cy="937260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137F9-1175-68E5-F99B-928D95FFE044}"/>
              </a:ext>
            </a:extLst>
          </p:cNvPr>
          <p:cNvSpPr txBox="1"/>
          <p:nvPr/>
        </p:nvSpPr>
        <p:spPr>
          <a:xfrm>
            <a:off x="6394304" y="883920"/>
            <a:ext cx="4545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веб-сервер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8C8A7-EB8C-7C43-1738-DA69CB98DF1C}"/>
              </a:ext>
            </a:extLst>
          </p:cNvPr>
          <p:cNvSpPr txBox="1"/>
          <p:nvPr/>
        </p:nvSpPr>
        <p:spPr>
          <a:xfrm>
            <a:off x="0" y="6519446"/>
            <a:ext cx="2505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Создатель: Робук Леонид</a:t>
            </a:r>
          </a:p>
        </p:txBody>
      </p:sp>
    </p:spTree>
    <p:extLst>
      <p:ext uri="{BB962C8B-B14F-4D97-AF65-F5344CB8AC3E}">
        <p14:creationId xmlns:p14="http://schemas.microsoft.com/office/powerpoint/2010/main" val="228766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99E598-4B1D-94EA-A6EC-A3F1C9C950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5173A-477D-4510-24FE-5EF13CFA62A9}"/>
              </a:ext>
            </a:extLst>
          </p:cNvPr>
          <p:cNvSpPr txBox="1"/>
          <p:nvPr/>
        </p:nvSpPr>
        <p:spPr>
          <a:xfrm>
            <a:off x="289560" y="2528412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32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 Обрабатывает HTTP запросы</a:t>
            </a:r>
          </a:p>
          <a:p>
            <a:pPr algn="l" latinLnBrk="1">
              <a:buNone/>
            </a:pPr>
            <a:r>
              <a:rPr lang="ru-RU" sz="32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 Обслуживает файлы</a:t>
            </a:r>
          </a:p>
          <a:p>
            <a:pPr algn="l" latinLnBrk="1">
              <a:buNone/>
            </a:pPr>
            <a:r>
              <a:rPr lang="ru-RU" sz="32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 Поддерживает GET/POST</a:t>
            </a:r>
          </a:p>
          <a:p>
            <a:pPr algn="l" latinLnBrk="1">
              <a:buNone/>
            </a:pPr>
            <a:r>
              <a:rPr lang="ru-RU" sz="32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✓ Работает с сокетами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B112D-C4B0-78EF-BA2C-E54F5C6254B0}"/>
              </a:ext>
            </a:extLst>
          </p:cNvPr>
          <p:cNvSpPr txBox="1"/>
          <p:nvPr/>
        </p:nvSpPr>
        <p:spPr>
          <a:xfrm>
            <a:off x="341433" y="0"/>
            <a:ext cx="6044127" cy="11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36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с нуля веб-сервер,</a:t>
            </a:r>
          </a:p>
          <a:p>
            <a:pPr algn="l" latinLnBrk="1">
              <a:buNone/>
            </a:pPr>
            <a:r>
              <a:rPr lang="ru-RU" sz="36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который:</a:t>
            </a:r>
          </a:p>
        </p:txBody>
      </p:sp>
    </p:spTree>
    <p:extLst>
      <p:ext uri="{BB962C8B-B14F-4D97-AF65-F5344CB8AC3E}">
        <p14:creationId xmlns:p14="http://schemas.microsoft.com/office/powerpoint/2010/main" val="47651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FE8637-3137-19E3-E121-724BF41D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2" y="142703"/>
            <a:ext cx="6130838" cy="2141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BA80DE-EE89-37BE-C466-9645E41ADC19}"/>
              </a:ext>
            </a:extLst>
          </p:cNvPr>
          <p:cNvSpPr txBox="1"/>
          <p:nvPr/>
        </p:nvSpPr>
        <p:spPr>
          <a:xfrm>
            <a:off x="182880" y="272419"/>
            <a:ext cx="57826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СЕРВЕРА:</a:t>
            </a:r>
          </a:p>
          <a:p>
            <a:pPr algn="l" latinLnBrk="1">
              <a:buNone/>
            </a:pPr>
            <a:endParaRPr lang="ru-RU" sz="3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Создание сокета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Привязка к порту (8080)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Ожидание соединений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Многопоточная обработка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Разбор HTTP запроса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Формирование ответа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Отправка клиенту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D3D28-7DBD-F7A7-48B5-084090C8D261}"/>
              </a:ext>
            </a:extLst>
          </p:cNvPr>
          <p:cNvSpPr txBox="1"/>
          <p:nvPr/>
        </p:nvSpPr>
        <p:spPr>
          <a:xfrm>
            <a:off x="6866530" y="228403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ПРОЦЕСС: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→ Запрос → Сервер</a:t>
            </a:r>
          </a:p>
          <a:p>
            <a:pPr algn="l" latinLnBrk="1">
              <a:buNone/>
            </a:pPr>
            <a:r>
              <a:rPr lang="ru-RU" sz="3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← Ответ ←</a:t>
            </a:r>
          </a:p>
        </p:txBody>
      </p:sp>
    </p:spTree>
    <p:extLst>
      <p:ext uri="{BB962C8B-B14F-4D97-AF65-F5344CB8AC3E}">
        <p14:creationId xmlns:p14="http://schemas.microsoft.com/office/powerpoint/2010/main" val="87281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E559AE-9035-2C39-72A4-DE3FBB11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61" y="1215341"/>
            <a:ext cx="4610743" cy="118126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B574B25-67B6-1CC1-E16E-E76089AF8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486" y="3179563"/>
            <a:ext cx="2996103" cy="76942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FF0ADC-04C3-66C5-D42C-A2844DEBE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486" y="3948990"/>
            <a:ext cx="3004312" cy="2544407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Шрифт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C3A3C9-5737-50A8-202B-D572E7457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700" y="3139856"/>
            <a:ext cx="3121268" cy="76942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198664-AB32-661B-65BB-F926F47C13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655" y="3909284"/>
            <a:ext cx="4037358" cy="25841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1B165F-9184-A494-E61F-443E17E46AF0}"/>
              </a:ext>
            </a:extLst>
          </p:cNvPr>
          <p:cNvSpPr txBox="1"/>
          <p:nvPr/>
        </p:nvSpPr>
        <p:spPr>
          <a:xfrm>
            <a:off x="471004" y="836477"/>
            <a:ext cx="57813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Доступные маршруты: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              - Главная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static/        - </a:t>
            </a: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Файлы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          - </a:t>
            </a: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/status     - JSON API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56D6F-8F4C-3389-D770-375DD74EA7F8}"/>
              </a:ext>
            </a:extLst>
          </p:cNvPr>
          <p:cNvSpPr txBox="1"/>
          <p:nvPr/>
        </p:nvSpPr>
        <p:spPr>
          <a:xfrm>
            <a:off x="314646" y="3909284"/>
            <a:ext cx="609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работает: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HTML/CSS/JS </a:t>
            </a: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файлы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Изображения (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jpg, </a:t>
            </a:r>
            <a:r>
              <a:rPr lang="en-US" sz="2400" b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 latinLnBrk="1">
              <a:buNone/>
            </a:pP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Формы (</a:t>
            </a:r>
            <a:r>
              <a:rPr lang="en-US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запросы)</a:t>
            </a:r>
          </a:p>
          <a:p>
            <a:pPr algn="l" latinLnBrk="1">
              <a:buNone/>
            </a:pPr>
            <a:r>
              <a:rPr lang="ru-RU" sz="2400" b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Обработка ошибок 404/500</a:t>
            </a:r>
          </a:p>
        </p:txBody>
      </p:sp>
    </p:spTree>
    <p:extLst>
      <p:ext uri="{BB962C8B-B14F-4D97-AF65-F5344CB8AC3E}">
        <p14:creationId xmlns:p14="http://schemas.microsoft.com/office/powerpoint/2010/main" val="14695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07152-4DB8-1252-7E93-AA016155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Обои логотип python, питон, икона, Язык программирования, лого - картинка  на рабочий стол и фото бесплатно">
            <a:extLst>
              <a:ext uri="{FF2B5EF4-FFF2-40B4-BE49-F238E27FC236}">
                <a16:creationId xmlns:a16="http://schemas.microsoft.com/office/drawing/2014/main" id="{49D8C7B6-4A4A-D457-FBC7-A698859497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47" t="10434" r="27120" b="10000"/>
          <a:stretch>
            <a:fillRect/>
          </a:stretch>
        </p:blipFill>
        <p:spPr>
          <a:xfrm>
            <a:off x="11460064" y="38100"/>
            <a:ext cx="731936" cy="71628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877681-B205-B9E3-C3C4-6A500FC41AE9}"/>
              </a:ext>
            </a:extLst>
          </p:cNvPr>
          <p:cNvSpPr/>
          <p:nvPr/>
        </p:nvSpPr>
        <p:spPr>
          <a:xfrm>
            <a:off x="6241915" y="754380"/>
            <a:ext cx="4773919" cy="937260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2B113-41AF-D7C8-6A58-873B8B38E3F2}"/>
              </a:ext>
            </a:extLst>
          </p:cNvPr>
          <p:cNvSpPr txBox="1"/>
          <p:nvPr/>
        </p:nvSpPr>
        <p:spPr>
          <a:xfrm>
            <a:off x="6394304" y="883920"/>
            <a:ext cx="4545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веб-сервер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64AC0-4E32-EA24-4A53-B07CCB2CD392}"/>
              </a:ext>
            </a:extLst>
          </p:cNvPr>
          <p:cNvSpPr txBox="1"/>
          <p:nvPr/>
        </p:nvSpPr>
        <p:spPr>
          <a:xfrm>
            <a:off x="0" y="6519446"/>
            <a:ext cx="2505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Создатель: Робук Леонид</a:t>
            </a:r>
          </a:p>
        </p:txBody>
      </p:sp>
    </p:spTree>
    <p:extLst>
      <p:ext uri="{BB962C8B-B14F-4D97-AF65-F5344CB8AC3E}">
        <p14:creationId xmlns:p14="http://schemas.microsoft.com/office/powerpoint/2010/main" val="26788073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Широкоэкранный</PresentationFormat>
  <Paragraphs>32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Робук</dc:creator>
  <cp:lastModifiedBy>Леонид Робук</cp:lastModifiedBy>
  <cp:revision>1</cp:revision>
  <dcterms:created xsi:type="dcterms:W3CDTF">2025-12-25T20:44:37Z</dcterms:created>
  <dcterms:modified xsi:type="dcterms:W3CDTF">2025-12-25T20:45:06Z</dcterms:modified>
</cp:coreProperties>
</file>